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 dirty="0">
                <a:latin typeface="Aptos"/>
              </a:rPr>
              <a:t>SOFTWARE ARCHITECTURE DIAGRAM –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latin typeface="Aptos"/>
              </a:rPr>
              <a:t>User Action → Web Application → Database → Analytics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1234440"/>
            <a:ext cx="1600200" cy="1572768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  <a:latin typeface="Aptos"/>
              </a:rPr>
              <a:t>USER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User action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Search / Filter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View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79" y="1234440"/>
            <a:ext cx="1600200" cy="1572768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  <a:latin typeface="Aptos"/>
              </a:rPr>
              <a:t>FRONTEND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Web Application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UI / Forms / Charts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1234440"/>
            <a:ext cx="1600200" cy="1572768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  <a:latin typeface="Aptos"/>
              </a:rPr>
              <a:t>BACKEND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Server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Business Logic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Request Handling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234440"/>
            <a:ext cx="1600200" cy="1572768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  <a:latin typeface="Aptos"/>
              </a:rPr>
              <a:t>DATABASE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Operational DB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Store / Retrieve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Application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234440"/>
            <a:ext cx="1600200" cy="1572768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  <a:latin typeface="Aptos"/>
              </a:rPr>
              <a:t>DATA PIPELINE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ETL / ELT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Extract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Transform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234440"/>
            <a:ext cx="1600200" cy="1572768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  <a:latin typeface="Aptos"/>
              </a:rPr>
              <a:t>DASHBOARD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Analytics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KPIs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Reports / Insights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2020824"/>
            <a:ext cx="274319" cy="0"/>
          </a:xfrm>
          <a:prstGeom prst="line">
            <a:avLst/>
          </a:prstGeom>
          <a:ln w="1778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11879" y="2020824"/>
            <a:ext cx="274321" cy="0"/>
          </a:xfrm>
          <a:prstGeom prst="line">
            <a:avLst/>
          </a:prstGeom>
          <a:ln w="1778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2020824"/>
            <a:ext cx="274320" cy="0"/>
          </a:xfrm>
          <a:prstGeom prst="line">
            <a:avLst/>
          </a:prstGeom>
          <a:ln w="1778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60920" y="2020824"/>
            <a:ext cx="274320" cy="0"/>
          </a:xfrm>
          <a:prstGeom prst="line">
            <a:avLst/>
          </a:prstGeom>
          <a:ln w="1778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35440" y="2020824"/>
            <a:ext cx="274320" cy="0"/>
          </a:xfrm>
          <a:prstGeom prst="line">
            <a:avLst/>
          </a:prstGeom>
          <a:ln w="1778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195560" y="219456"/>
            <a:ext cx="1600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 dirty="0">
                <a:latin typeface="Aptos"/>
              </a:rPr>
              <a:t>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1639" y="649224"/>
            <a:ext cx="16916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0" dirty="0">
                <a:latin typeface="Aptos"/>
              </a:rPr>
              <a:t>HTTP / 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246120"/>
            <a:ext cx="2057400" cy="868680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  <a:latin typeface="Aptos"/>
              </a:rPr>
              <a:t>AUTHENTICATION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Login / Signup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Token / Authorization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246120"/>
            <a:ext cx="2331720" cy="868680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  <a:latin typeface="Aptos"/>
              </a:rPr>
              <a:t>LOGGING &amp; MONITORING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Requests • Activity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Errors • Performance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3246120"/>
            <a:ext cx="2103120" cy="868680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  <a:latin typeface="Aptos"/>
              </a:rPr>
              <a:t>ERROR HANDLING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Catch errors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Return useful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246120"/>
            <a:ext cx="2148840" cy="868680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  <a:latin typeface="Aptos"/>
              </a:rPr>
              <a:t>ANALYTICS DATABASE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Cleaned / aggregated</a:t>
            </a:r>
          </a:p>
          <a:p>
            <a:pPr algn="ctr"/>
            <a:r>
              <a:rPr sz="1050" dirty="0">
                <a:solidFill>
                  <a:schemeClr val="tx1"/>
                </a:solidFill>
                <a:latin typeface="Aptos"/>
              </a:rPr>
              <a:t>Historical data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029968" y="2807208"/>
            <a:ext cx="0" cy="438912"/>
          </a:xfrm>
          <a:prstGeom prst="line">
            <a:avLst/>
          </a:prstGeom>
          <a:ln w="12700">
            <a:solidFill>
              <a:srgbClr val="6464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553712" y="2807208"/>
            <a:ext cx="0" cy="438912"/>
          </a:xfrm>
          <a:prstGeom prst="line">
            <a:avLst/>
          </a:prstGeom>
          <a:ln w="12700">
            <a:solidFill>
              <a:srgbClr val="6464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132320" y="2807208"/>
            <a:ext cx="0" cy="438912"/>
          </a:xfrm>
          <a:prstGeom prst="line">
            <a:avLst/>
          </a:prstGeom>
          <a:ln w="12700">
            <a:solidFill>
              <a:srgbClr val="6464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619488" y="2807208"/>
            <a:ext cx="0" cy="438912"/>
          </a:xfrm>
          <a:prstGeom prst="line">
            <a:avLst/>
          </a:prstGeom>
          <a:ln w="12700">
            <a:solidFill>
              <a:srgbClr val="6464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19488" y="2807208"/>
            <a:ext cx="0" cy="438912"/>
          </a:xfrm>
          <a:prstGeom prst="line">
            <a:avLst/>
          </a:prstGeom>
          <a:ln w="1397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698480" y="2807208"/>
            <a:ext cx="0" cy="868679"/>
          </a:xfrm>
          <a:prstGeom prst="line">
            <a:avLst/>
          </a:prstGeom>
          <a:ln w="1397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4315968"/>
            <a:ext cx="108813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latin typeface="Aptos"/>
              </a:rPr>
              <a:t>Authentication protects access • REST API carries requests/responses • Logging records activity and errors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736592"/>
            <a:ext cx="10835640" cy="804672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1300" b="1" dirty="0">
                <a:solidFill>
                  <a:schemeClr val="tx1"/>
                </a:solidFill>
                <a:latin typeface="Aptos"/>
              </a:rPr>
              <a:t>SDLC (Software Development Life Cycle)</a:t>
            </a:r>
          </a:p>
          <a:p>
            <a:pPr algn="ctr"/>
            <a:r>
              <a:rPr sz="1100" dirty="0">
                <a:solidFill>
                  <a:schemeClr val="tx1"/>
                </a:solidFill>
                <a:latin typeface="Aptos"/>
              </a:rPr>
              <a:t>Requirements → Design → Development → Testing → Deployment → Maintenance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60720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latin typeface="Aptos"/>
              </a:rPr>
              <a:t>MAIN DATA FLOW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31720" y="5879592"/>
            <a:ext cx="640080" cy="0"/>
          </a:xfrm>
          <a:prstGeom prst="line">
            <a:avLst/>
          </a:prstGeom>
          <a:ln w="1524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63240" y="5733288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latin typeface="Aptos"/>
              </a:rPr>
              <a:t>Request / Data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5760720"/>
            <a:ext cx="19202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latin typeface="Aptos"/>
              </a:rPr>
              <a:t>SUPPORT FLOW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46520" y="5879592"/>
            <a:ext cx="640080" cy="0"/>
          </a:xfrm>
          <a:prstGeom prst="line">
            <a:avLst/>
          </a:prstGeom>
          <a:ln w="12700">
            <a:solidFill>
              <a:srgbClr val="6464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178040" y="5733288"/>
            <a:ext cx="1920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latin typeface="Aptos"/>
              </a:rPr>
              <a:t>Logging / Error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5733288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latin typeface="Aptos"/>
              </a:rPr>
              <a:t>Client–Server 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199632"/>
            <a:ext cx="10835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0">
                <a:latin typeface="Aptos"/>
              </a:rPr>
              <a:t>Data moves from a user's action through the application and database, is prepared by the pipeline, and is presented as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170</Words>
  <Application>Microsoft Office PowerPoint</Application>
  <PresentationFormat>Widescreen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 Kumar</cp:lastModifiedBy>
  <cp:revision>2</cp:revision>
  <dcterms:created xsi:type="dcterms:W3CDTF">2013-01-27T09:14:16Z</dcterms:created>
  <dcterms:modified xsi:type="dcterms:W3CDTF">2026-08-20T03:28:24Z</dcterms:modified>
  <cp:category/>
</cp:coreProperties>
</file>